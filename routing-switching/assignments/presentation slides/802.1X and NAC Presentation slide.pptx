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361C0-4A2F-5877-5164-9A37B78B75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802.1X and Network Access Control</a:t>
            </a:r>
            <a:endParaRPr lang="en-US" sz="3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F29A7A-99F5-6E47-4225-04CEBD1F0B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Md Azizul </a:t>
            </a:r>
            <a:r>
              <a:rPr lang="en-US" dirty="0" err="1">
                <a:solidFill>
                  <a:schemeClr val="tx1"/>
                </a:solidFill>
              </a:rPr>
              <a:t>rahaman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8216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DDD6D-6D95-B5CE-355C-1B9CAED3C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Table of contain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1A6EC-FBCD-9D6B-FC28-05BB9B972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Introduction to 802.1X and Network Access Control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802.1X  and NAC Works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Benefits of Using 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438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D3DDA-7B42-F181-19EF-3CC195770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Introduction to 802.1X and Network Access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AE504-C39B-ED8E-85BD-BE044A772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802.1X is a protocol used for network access control that provides authentication and authorization mechanisms.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Network Access Control (NAC) refers to the process of controlling access to a network by enforcing policies and protocols that ensure only authorized devices and users are granted access.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2832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11AA2-C56D-A154-1276-3B54D767C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How does 802.1X work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3630E-5335-5AFE-B081-F5F30A2C8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When a device connects to a network port, the port is in a blocked state, denying access to the network.</a:t>
            </a:r>
          </a:p>
          <a:p>
            <a:pPr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device sends an authentication request to the network access server (NAS).</a:t>
            </a:r>
          </a:p>
          <a:p>
            <a:pPr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NAS responds with a request for authentication credentials.</a:t>
            </a:r>
          </a:p>
          <a:p>
            <a:pPr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device provides its credentials, which the NAS forwards to an authentication server for verification.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510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B8A7D-D130-37C2-86EB-A370FEDCB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How does NAC work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C15FA-B831-DE74-AF85-34EAA0C67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NAC solutions work in conjunction with authentication protocols like 802.1X to enforce security policies.</a:t>
            </a: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When a device tries to connect to a network, the NAC solution verifies that it meets the security requirements before granting access.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162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CED0B-3480-8754-CA6A-53B00D8BA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Benefits of 802.1X and NAC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0B9D9-08AE-A6FA-CADA-618AED0A1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Preventing unauthorized access to the network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Ensuring compliance with security policies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Reducing the risk of malware infections and other security threats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Enabling better visibility and control over network access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7627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07132-FF75-EE4B-3150-0D356EF35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Conclusion 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6C0AA-9F1A-26AF-6538-9DAD5A7D2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802.1X and Network Access Control are important components of a comprehensive network security strategy.</a:t>
            </a:r>
          </a:p>
          <a:p>
            <a:pPr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 requiring authentication and enforcing security policies, these solutions help protect networks from unauthorized access and security threats.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399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B2347-AEBE-7F1F-5B94-E80A68A88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2364" y="2784764"/>
            <a:ext cx="7356763" cy="14131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526932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8D1E14"/>
      </a:dk2>
      <a:lt2>
        <a:srgbClr val="FF744E"/>
      </a:lt2>
      <a:accent1>
        <a:srgbClr val="E9B758"/>
      </a:accent1>
      <a:accent2>
        <a:srgbClr val="FE8943"/>
      </a:accent2>
      <a:accent3>
        <a:srgbClr val="AEA27C"/>
      </a:accent3>
      <a:accent4>
        <a:srgbClr val="90B46E"/>
      </a:accent4>
      <a:accent5>
        <a:srgbClr val="71AEC1"/>
      </a:accent5>
      <a:accent6>
        <a:srgbClr val="C98DE7"/>
      </a:accent6>
      <a:hlink>
        <a:srgbClr val="FF7A22"/>
      </a:hlink>
      <a:folHlink>
        <a:srgbClr val="FDCD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2000"/>
                <a:satMod val="150000"/>
                <a:lumMod val="15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971C58-AB76-4A2A-B231-5F8CA03CF49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44</TotalTime>
  <Words>265</Words>
  <Application>Microsoft Office PowerPoint</Application>
  <PresentationFormat>Widescreen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Segoe UI</vt:lpstr>
      <vt:lpstr>Times New Roman</vt:lpstr>
      <vt:lpstr>Tw Cen MT</vt:lpstr>
      <vt:lpstr>Wingdings</vt:lpstr>
      <vt:lpstr>Circuit</vt:lpstr>
      <vt:lpstr>802.1X and Network Access Control</vt:lpstr>
      <vt:lpstr>Table of contain</vt:lpstr>
      <vt:lpstr>Introduction to 802.1X and Network Access Control</vt:lpstr>
      <vt:lpstr>How does 802.1X work</vt:lpstr>
      <vt:lpstr>How does NAC work</vt:lpstr>
      <vt:lpstr>Benefits of 802.1X and NAC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802.1X and Network Access Control</dc:title>
  <dc:creator>Azizul Rahaman</dc:creator>
  <cp:lastModifiedBy>Azizul Rahaman</cp:lastModifiedBy>
  <cp:revision>4</cp:revision>
  <dcterms:created xsi:type="dcterms:W3CDTF">2023-04-02T21:46:04Z</dcterms:created>
  <dcterms:modified xsi:type="dcterms:W3CDTF">2023-04-03T21:18:27Z</dcterms:modified>
</cp:coreProperties>
</file>